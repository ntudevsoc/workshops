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FA42103-A8AC-4FA2-888A-3DAB85C54A89}" v="12" dt="2026-03-27T09:46:02.8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1" autoAdjust="0"/>
    <p:restoredTop sz="94660"/>
  </p:normalViewPr>
  <p:slideViewPr>
    <p:cSldViewPr snapToGrid="0">
      <p:cViewPr varScale="1">
        <p:scale>
          <a:sx n="79" d="100"/>
          <a:sy n="79" d="100"/>
        </p:scale>
        <p:origin x="64" y="4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1CF3E-32B6-5A23-45F4-18C14272EA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AD253A-A795-2E0D-A7B8-7A0CF5C832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3D7C0-F7E5-9AA6-EF99-9FF408E80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9078F-DA75-4D5E-9B40-522E05DA9E3A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609A50-E410-D6DC-BB50-848BB36EB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F5587-1EB2-B01E-C6DD-BB7E0EBB9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BA755-15D5-4EA9-9FE0-840E8E8042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4989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4AEF5-9209-80D1-CDD6-A7DD34E4D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64323-4D4B-6FA6-F5B3-38FAB92A14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AA576-CF96-AFDD-C01A-6235446D5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9078F-DA75-4D5E-9B40-522E05DA9E3A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F7F42E-5B22-B712-970F-9D2521A39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03BB1-463F-36F1-88D4-D0987AF44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BA755-15D5-4EA9-9FE0-840E8E8042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02313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4050C-1CFB-356E-2C94-7D155BF4E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BE6877-3436-0469-CDC2-9880381BF6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A7FE86-5EA5-1CB1-C831-DE80E0B4A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9078F-DA75-4D5E-9B40-522E05DA9E3A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D15DB8-7A13-A552-94EA-47AE64AFE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354C28-2D31-659E-F6EA-02791B180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BA755-15D5-4EA9-9FE0-840E8E8042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46391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EB644-C522-3320-B6D8-698C91922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5E5924-D3C2-FAE6-93F3-98596250A6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4F3BD3-9052-93C2-887D-44E56D4E31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D51E49-6A2C-C890-8B4B-FF457846B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9078F-DA75-4D5E-9B40-522E05DA9E3A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2433DA-D1CE-2F29-F37E-D879CBAB5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185F94-7074-1F5A-37B4-F5103E1A8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BA755-15D5-4EA9-9FE0-840E8E8042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6667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00749-E0AF-D1B5-395E-7653A355E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09AD5A-D65E-67A4-78A5-14BD091247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C928A1-BCB6-3D4D-1AA4-6F1F793B41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3CF327-7768-CC58-3538-2F31ABF009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37CB9F-DF55-7289-FFB7-326641B0C0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596CE95-2504-BA67-719F-0C2926021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9078F-DA75-4D5E-9B40-522E05DA9E3A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9C5172-AD57-8A8D-8933-2A9D0057D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8AD42C-B40F-1C24-F110-6170DBA80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BA755-15D5-4EA9-9FE0-840E8E8042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4447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B04DD-5041-4343-9CB0-9DFF7F214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076A4A-0CE4-8D33-87E6-07E49CA1E9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9078F-DA75-4D5E-9B40-522E05DA9E3A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FF93BA-F15F-393B-A52E-AE0BF2D42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D214F2-2F3A-CD65-A1A8-CB440D5B8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BA755-15D5-4EA9-9FE0-840E8E8042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83305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D6AA35-A93C-C54E-8937-C3C4523B5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9078F-DA75-4D5E-9B40-522E05DA9E3A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273AD9-22B5-7119-4288-705F26C5CE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E1F516-B052-A417-E77B-5275FDC48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BA755-15D5-4EA9-9FE0-840E8E8042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2737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CC586-E87D-C102-2CBF-C244D996D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56B746-C575-297E-6CCE-FA6703D26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747638-9D5B-4742-9F00-2D3AA6A873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35ADF6-57C6-801C-EB0D-ED06CDA096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9078F-DA75-4D5E-9B40-522E05DA9E3A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3304EC-CB46-6BAB-2288-98B0F9A1E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998AC-A5D9-7C6B-F0A8-73DFFEBA3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BA755-15D5-4EA9-9FE0-840E8E8042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48478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88B2A-BE60-F8B8-86FD-DCB976199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11C92D-2AAB-83B0-A523-7C518C0F42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D951F-A5B1-C41D-3853-6DCF66A8E8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8EA3A7-C98E-3EBB-F860-44C53A49F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9078F-DA75-4D5E-9B40-522E05DA9E3A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AC97C8-5F59-2FFD-9FBF-BAEF53B6E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B20237-4B15-2A65-9E80-8FE20003C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BA755-15D5-4EA9-9FE0-840E8E8042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715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CFB2B-79AE-BA08-4EDB-4E9BC916B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E3F78-2C8D-27D0-1AF7-A43DAA18AB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E11603-414D-721F-0C80-9EF3B7B1F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9078F-DA75-4D5E-9B40-522E05DA9E3A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E85D5C-07F2-DAC4-3C3F-73E44FCAC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5D8FEE-5516-B4DE-374B-4E46CE051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BA755-15D5-4EA9-9FE0-840E8E8042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769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155B7B1-C53D-5D4D-CE3E-A1BF47A25E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457F44-BA4D-7526-7BD6-F1AF312994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CC5A6-FDF7-141C-861E-FFF174E1E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9078F-DA75-4D5E-9B40-522E05DA9E3A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F6512-7609-58BA-9888-07A771BFD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E0DB47-A1DA-802D-1566-7BFEFBF61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BA755-15D5-4EA9-9FE0-840E8E8042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69888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D98C34-50D3-66D5-B495-34F024CE9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3F658B-93ED-93B5-A74D-5076D69102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4AE096-959F-FB63-926B-B394CD8599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59078F-DA75-4D5E-9B40-522E05DA9E3A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9B14A3-5D41-A043-F3AA-ACA0B828F5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B597A-BE88-640B-1E53-DF3CD36FB1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8BA755-15D5-4EA9-9FE0-840E8E8042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3004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TUDevSoc/Workshops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neetcode.io/practice/practice/neetcode150" TargetMode="External"/><Relationship Id="rId4" Type="http://schemas.openxmlformats.org/officeDocument/2006/relationships/hyperlink" Target="https://youtu.be/O9v10jQkm5c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1F77B6A-7F53-4B28-B73D-C8CC899AB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DEAA94-01BE-98C5-8E02-7E47CCF966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26578" y="685680"/>
            <a:ext cx="5082563" cy="3596201"/>
          </a:xfrm>
        </p:spPr>
        <p:txBody>
          <a:bodyPr>
            <a:normAutofit/>
          </a:bodyPr>
          <a:lstStyle/>
          <a:p>
            <a:pPr algn="r"/>
            <a:r>
              <a:rPr lang="en-GB" sz="5400" dirty="0">
                <a:solidFill>
                  <a:schemeClr val="bg1"/>
                </a:solidFill>
              </a:rPr>
              <a:t>Data Structures &amp; Algorithms Workshop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515629F-0D83-4A44-A125-CD50FC660A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08013" y="1361348"/>
            <a:ext cx="4833902" cy="4258176"/>
            <a:chOff x="1674895" y="1345036"/>
            <a:chExt cx="5428610" cy="421093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1A5080B-EAC4-4530-815C-DE8DACA09D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4667345-04B5-4757-9CE0-969DC1DE5E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6E412EF-CF39-4C25-85B0-DB30B1B0A8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80033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E8DA6235-17F2-4C9E-88C6-C5D38D8D3C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768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8208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475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8208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475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5DEF71-1741-4489-8E77-46FC5BAA6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69494" y="1220741"/>
            <a:ext cx="4833901" cy="4258176"/>
          </a:xfrm>
          <a:prstGeom prst="rect">
            <a:avLst/>
          </a:prstGeom>
          <a:solidFill>
            <a:schemeClr val="tx1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2347B6D-A7CC-48EB-861F-917D0D61E3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69494" y="1220741"/>
            <a:ext cx="4833901" cy="4258176"/>
          </a:xfrm>
          <a:prstGeom prst="rect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7A0A46D-CC9B-4E32-870A-7BC2DF9401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77284" y="4357092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178722E-1BD0-427E-BAAE-4F206DAB58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77284" y="4357092"/>
            <a:ext cx="319941" cy="31994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4" name="Picture 3" descr="A white letter on a blue background&#10;&#10;AI-generated content may be incorrect.">
            <a:extLst>
              <a:ext uri="{FF2B5EF4-FFF2-40B4-BE49-F238E27FC236}">
                <a16:creationId xmlns:a16="http://schemas.microsoft.com/office/drawing/2014/main" id="{F417C9CA-E8B9-7A5F-B50B-B4DF2F9F45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6336" y="1509721"/>
            <a:ext cx="3680216" cy="3680216"/>
          </a:xfrm>
          <a:prstGeom prst="rect">
            <a:avLst/>
          </a:prstGeom>
          <a:ln w="28575">
            <a:noFill/>
          </a:ln>
        </p:spPr>
      </p:pic>
      <p:sp>
        <p:nvSpPr>
          <p:cNvPr id="27" name="Graphic 212">
            <a:extLst>
              <a:ext uri="{FF2B5EF4-FFF2-40B4-BE49-F238E27FC236}">
                <a16:creationId xmlns:a16="http://schemas.microsoft.com/office/drawing/2014/main" id="{A753B935-E3DD-466D-BFAC-68E0BE02D0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1971" y="858936"/>
            <a:ext cx="693403" cy="693403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9" name="Graphic 212">
            <a:extLst>
              <a:ext uri="{FF2B5EF4-FFF2-40B4-BE49-F238E27FC236}">
                <a16:creationId xmlns:a16="http://schemas.microsoft.com/office/drawing/2014/main" id="{FB034F26-4148-4B59-B493-14D7A9A8BA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1971" y="858936"/>
            <a:ext cx="693403" cy="693403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grpSp>
        <p:nvGrpSpPr>
          <p:cNvPr id="31" name="Graphic 185">
            <a:extLst>
              <a:ext uri="{FF2B5EF4-FFF2-40B4-BE49-F238E27FC236}">
                <a16:creationId xmlns:a16="http://schemas.microsoft.com/office/drawing/2014/main" id="{5E6BB5FD-DB7B-4BE3-BA45-1EF042115E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428634" y="5987064"/>
            <a:ext cx="1054466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9929FF76-4B3A-4294-BE6E-B507B22D1B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253C18A4-10CC-4E91-A8A2-D5368972A1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356AC2F-73E0-44FD-B346-A209D274D3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95A85581-9712-414C-82D4-2FE96ACB2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B0828F2-35E7-4424-8082-6C258B676E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" name="Subtitle 2">
            <a:extLst>
              <a:ext uri="{FF2B5EF4-FFF2-40B4-BE49-F238E27FC236}">
                <a16:creationId xmlns:a16="http://schemas.microsoft.com/office/drawing/2014/main" id="{A21CD99E-0F76-222C-7FD1-B6C33D260B5B}"/>
              </a:ext>
            </a:extLst>
          </p:cNvPr>
          <p:cNvSpPr txBox="1">
            <a:spLocks/>
          </p:cNvSpPr>
          <p:nvPr/>
        </p:nvSpPr>
        <p:spPr>
          <a:xfrm>
            <a:off x="7572889" y="4281881"/>
            <a:ext cx="4203323" cy="16131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400" dirty="0">
                <a:solidFill>
                  <a:schemeClr val="bg1"/>
                </a:solidFill>
              </a:rPr>
              <a:t>Link to repository:</a:t>
            </a:r>
          </a:p>
          <a:p>
            <a:pPr algn="r"/>
            <a:r>
              <a:rPr lang="en-GB" sz="1400" dirty="0">
                <a:solidFill>
                  <a:schemeClr val="bg1"/>
                </a:solidFill>
                <a:hlinkClick r:id="rId3"/>
              </a:rPr>
              <a:t>https://github.com/NTUDevSoc/Workshops</a:t>
            </a:r>
            <a:endParaRPr lang="en-GB" sz="1400" dirty="0">
              <a:solidFill>
                <a:schemeClr val="bg1"/>
              </a:solidFill>
            </a:endParaRPr>
          </a:p>
          <a:p>
            <a:pPr algn="r"/>
            <a:r>
              <a:rPr lang="en-GB" sz="1400" dirty="0">
                <a:solidFill>
                  <a:schemeClr val="bg1"/>
                </a:solidFill>
              </a:rPr>
              <a:t>Links to resources:</a:t>
            </a:r>
          </a:p>
          <a:p>
            <a:pPr algn="r"/>
            <a:r>
              <a:rPr lang="en-GB" sz="1400" dirty="0">
                <a:solidFill>
                  <a:schemeClr val="bg1"/>
                </a:solidFill>
                <a:hlinkClick r:id="rId4"/>
              </a:rPr>
              <a:t>https://youtu.be/O9v10jQkm5c</a:t>
            </a:r>
            <a:endParaRPr lang="en-GB" sz="1400" dirty="0">
              <a:solidFill>
                <a:schemeClr val="bg1"/>
              </a:solidFill>
            </a:endParaRPr>
          </a:p>
          <a:p>
            <a:pPr algn="r"/>
            <a:r>
              <a:rPr lang="en-GB" sz="1400" dirty="0">
                <a:solidFill>
                  <a:schemeClr val="bg1"/>
                </a:solidFill>
                <a:hlinkClick r:id="rId5"/>
              </a:rPr>
              <a:t>https://neetcode.io/practice/practice/neetcode150</a:t>
            </a:r>
            <a:endParaRPr lang="en-GB" sz="1400" dirty="0">
              <a:solidFill>
                <a:schemeClr val="bg1"/>
              </a:solidFill>
            </a:endParaRPr>
          </a:p>
          <a:p>
            <a:pPr algn="r"/>
            <a:endParaRPr lang="en-GB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05957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5b4f887-ac80-4857-b647-5e7260330f7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95097599262AD4DB09BF82296AD2CF6" ma:contentTypeVersion="10" ma:contentTypeDescription="Create a new document." ma:contentTypeScope="" ma:versionID="9f64b65638d02a5ef66119b1d106be99">
  <xsd:schema xmlns:xsd="http://www.w3.org/2001/XMLSchema" xmlns:xs="http://www.w3.org/2001/XMLSchema" xmlns:p="http://schemas.microsoft.com/office/2006/metadata/properties" xmlns:ns3="e5b4f887-ac80-4857-b647-5e7260330f7d" targetNamespace="http://schemas.microsoft.com/office/2006/metadata/properties" ma:root="true" ma:fieldsID="1f52ac05a8f6a53e169b691986226def" ns3:_="">
    <xsd:import namespace="e5b4f887-ac80-4857-b647-5e7260330f7d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b4f887-ac80-4857-b647-5e7260330f7d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A247915-7398-433D-AF19-D4675440ECEB}">
  <ds:schemaRefs>
    <ds:schemaRef ds:uri="http://purl.org/dc/terms/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dcmitype/"/>
    <ds:schemaRef ds:uri="e5b4f887-ac80-4857-b647-5e7260330f7d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customXml/itemProps2.xml><?xml version="1.0" encoding="utf-8"?>
<ds:datastoreItem xmlns:ds="http://schemas.openxmlformats.org/officeDocument/2006/customXml" ds:itemID="{D4BACB04-5C44-4F82-82C5-45FBFD1BE1C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2BD8DC8-850E-43CD-AEE2-77679671471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b4f887-ac80-4857-b647-5e7260330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40</Words>
  <Application>Microsoft Office PowerPoint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Data Structures &amp; Algorithms Workshop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Neo Hamilton 2024 (N1274561)</dc:creator>
  <cp:lastModifiedBy>Neo Hamilton 2024 (N1274561)</cp:lastModifiedBy>
  <cp:revision>2</cp:revision>
  <dcterms:created xsi:type="dcterms:W3CDTF">2026-03-21T19:37:39Z</dcterms:created>
  <dcterms:modified xsi:type="dcterms:W3CDTF">2026-03-27T09:47:39Z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0x010100E95097599262AD4DB09BF82296AD2CF6</vt:lpwstr>
  </property>
</Properties>
</file>